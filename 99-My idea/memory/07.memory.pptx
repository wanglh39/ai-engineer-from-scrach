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66" r:id="rId2"/>
    <p:sldId id="258" r:id="rId3"/>
    <p:sldId id="259" r:id="rId4"/>
    <p:sldId id="260" r:id="rId5"/>
    <p:sldId id="256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67" r:id="rId17"/>
    <p:sldId id="275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45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9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85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88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0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35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4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2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38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1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940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84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5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987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667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43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50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6955309-D82C-4A06-8261-0833C5E3A1E4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F5DE7DC-6F3D-4302-A6A7-7248BCC812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82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45608-FB28-B622-F9B3-263EA5AFB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Agent </a:t>
            </a:r>
            <a:r>
              <a:rPr lang="zh-CN" altLang="en-US" dirty="0"/>
              <a:t>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C7FA97-594F-8BA1-4E8A-C76D8AED09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Julie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7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2221-0558-F5C8-D563-AAC0AB81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9364F9F-35AF-61E0-60BD-6BC52BBC1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750"/>
            <a:ext cx="12192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3C26520-8B81-CC7D-CA71-F32A42DB4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0"/>
            <a:ext cx="10424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9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FB979B-6F3B-D379-672D-1AAC4A203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21" y="0"/>
            <a:ext cx="7163328" cy="60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4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400814-136F-8372-387F-811FE84FE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29" y="0"/>
            <a:ext cx="1169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0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7"/>
    </mc:Choice>
    <mc:Fallback xmlns="">
      <p:transition spd="slow" advTm="675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F0EC-E1F8-F72A-9D79-A2CCF61B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6E08CE-6C53-EB1E-43B6-F0AEA0553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12" y="248566"/>
            <a:ext cx="8818384" cy="595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3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215"/>
    </mc:Choice>
    <mc:Fallback xmlns="">
      <p:transition spd="slow" advTm="40521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765A9-5458-02FD-E5AD-F6F13DC5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5F2860-F723-15D2-9C01-E2D4616E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91" y="464429"/>
            <a:ext cx="10067321" cy="587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9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215"/>
    </mc:Choice>
    <mc:Fallback xmlns="">
      <p:transition spd="slow" advTm="40421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C96F-78F8-E9DE-9F25-F831128E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E0C767-7C4A-FA54-B7FC-FF88FDCC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65" y="526339"/>
            <a:ext cx="10071405" cy="56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3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FE79-ACF9-D1CE-6B2E-04C7A896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E7EB96-9EFA-CECE-669D-CDE850756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51" y="1724012"/>
            <a:ext cx="6419897" cy="34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0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990879-BD36-048E-9954-9A61FF8C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51" y="1547798"/>
            <a:ext cx="6572298" cy="37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41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34602C-8618-8413-C0C5-4EF1E1FDE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25" y="1604949"/>
            <a:ext cx="6743749" cy="36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37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12B2C5-1DA9-567C-9308-79F9C7F0E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68" y="409575"/>
            <a:ext cx="11043256" cy="584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25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0193958-4E03-B84F-9601-813E47F89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88" y="517417"/>
            <a:ext cx="10506516" cy="570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1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AC6744-F08D-A148-93DF-0AE4F5028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2" y="578941"/>
            <a:ext cx="11351284" cy="557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3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7B5C5A-871D-0539-BCAB-5D0D33BA8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42" y="722599"/>
            <a:ext cx="11293884" cy="52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30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C686D-71C0-60C9-DE44-3A78680F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C4CD9-07C9-20F3-210D-5364C7A09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Human in the loop </a:t>
            </a:r>
            <a:br>
              <a:rPr lang="en-US" altLang="zh-CN" dirty="0"/>
            </a:br>
            <a:r>
              <a:rPr lang="en-US" altLang="zh-CN" dirty="0"/>
              <a:t>AI Agent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CEED87-1555-49D9-4CD4-F5C76EAFE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267412"/>
            <a:ext cx="9440034" cy="1049867"/>
          </a:xfrm>
        </p:spPr>
        <p:txBody>
          <a:bodyPr/>
          <a:lstStyle/>
          <a:p>
            <a:r>
              <a:rPr lang="en-US" altLang="zh-CN" dirty="0"/>
              <a:t>Julie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28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9819"/>
    </mc:Choice>
    <mc:Fallback>
      <p:transition spd="slow" advTm="116981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18D6-BCEE-D968-B70B-20083400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6C1C8-96BB-E0EF-A770-DAE7BF8A1C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Hermes Agent </a:t>
            </a:r>
            <a:r>
              <a:rPr lang="en-US" altLang="zh-CN"/>
              <a:t>Architecture </a:t>
            </a:r>
            <a:br>
              <a:rPr lang="en-US" altLang="zh-CN"/>
            </a:br>
            <a:r>
              <a:rPr lang="zh-CN" altLang="en-US"/>
              <a:t>学习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84F90E-9984-1111-9402-24F06988B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267412"/>
            <a:ext cx="9440034" cy="1049867"/>
          </a:xfrm>
        </p:spPr>
        <p:txBody>
          <a:bodyPr/>
          <a:lstStyle/>
          <a:p>
            <a:r>
              <a:rPr lang="en-US" altLang="zh-CN" dirty="0"/>
              <a:t>Julie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3432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9819"/>
    </mc:Choice>
    <mc:Fallback>
      <p:transition spd="slow" advTm="116981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C35DFF5-4213-95E7-B406-5315C44E9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5694"/>
            <a:ext cx="12192000" cy="352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00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3374</TotalTime>
  <Words>17</Words>
  <Application>Microsoft Office PowerPoint</Application>
  <PresentationFormat>宽屏</PresentationFormat>
  <Paragraphs>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Calisto MT</vt:lpstr>
      <vt:lpstr>Wingdings 2</vt:lpstr>
      <vt:lpstr>石板</vt:lpstr>
      <vt:lpstr>Agent 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Human in the loop  AI Agent</vt:lpstr>
      <vt:lpstr>Hermes Agent Architecture  学习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 p</dc:creator>
  <cp:lastModifiedBy>Julie p</cp:lastModifiedBy>
  <cp:revision>33</cp:revision>
  <dcterms:created xsi:type="dcterms:W3CDTF">2026-07-11T06:43:36Z</dcterms:created>
  <dcterms:modified xsi:type="dcterms:W3CDTF">2026-07-14T06:27:06Z</dcterms:modified>
</cp:coreProperties>
</file>